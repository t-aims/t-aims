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PT TEKNOLAB CARAKA INTERNASIONAL  •  PKL 30 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601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T-AIMS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Teknolab Asset &amp; Infrastructure Monitoring System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Laporan Komprehensif Pencapaian Integrasi Shift 2: Hari ke-1 s.d. Hari ke-6 (12 s.d. 17 Oktober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383280"/>
            <a:ext cx="978408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9784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TIM PENGEMBANG &amp; INTEGRASI SHIFT 2 (16.00 - 01.00 WIB):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 Dzakwan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  Shift Lead &amp; System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02336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 Dika Yoga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  Frontend Dashboard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6177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 Ahmad Aziz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  UI/UX &amp; Data 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6177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 Arik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  Automation &amp; Alerting Engineer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120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 Wafian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  DevOps, Server &amp;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120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 Reza Tri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    QA, Testing &amp;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LAPORAN INTEGRASI SISTEM • SHIFT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Pencapaian &amp; Metrik Kunci (KPI)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2996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75564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Komponen Integrasi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17556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Seluruh modul Backend, Frontend, MQTT, Database, n8n, &amp; IoT terhubung E2E.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463040"/>
            <a:ext cx="202996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164592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ZERO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1" y="2011680"/>
            <a:ext cx="175564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16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1" y="2926080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Bug Terselesaikan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1" y="3520440"/>
            <a:ext cx="17556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16 dari 16 bug resmi closed &amp; diverifikasi (Critical, High, Medium, Low).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463040"/>
            <a:ext cx="202996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64592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100%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011680"/>
            <a:ext cx="175564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17 /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926080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Dependensi Sistem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520440"/>
            <a:ext cx="17556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Port 3000, 3001, 3306, 1883, 5678, 80/8080, 554 &amp; library terpenuhi.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1463040"/>
            <a:ext cx="202996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97496" y="164592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100%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7496" y="2011680"/>
            <a:ext cx="175564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58 / 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2926080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QA Postman Smoke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3520440"/>
            <a:ext cx="17556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Seluruh endpoint REST API lulus uji smoke test fungsional &amp; RBAC.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1463040"/>
            <a:ext cx="2029968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1645920"/>
            <a:ext cx="1755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11D48"/>
                </a:solidFill>
              </a:defRPr>
            </a:pPr>
            <a:r>
              <a:t>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011680"/>
            <a:ext cx="1755648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v1.0.0-gold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3768" y="2926080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Baseline Rilis Terkunci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3768" y="3520440"/>
            <a:ext cx="175564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Master dump SQL bersih &amp; Git Tag v1.0.0-gold siap dideploy ke server kantor.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STATUS MUTU INTEGRASI: Seluruh 20 komponen arsitektur modular T-AIMS telah tervalidasi secara End-to-End tanpa celah blocker. Repositori resmi berstatus Pristine &amp; Production-Ready menjelang fase deployment server perusahaan.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KOLABORASI &amp; TANGGUNG JAWAB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Struktur Tim Shift 2 &amp; Pembagian Peran Teknis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Dzakwan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Shift Lead &amp; System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090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Memimpin koordinasi antar-shift (Shift 1 &amp; 2)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Menghubungkan backend, database, MQTT, &amp; UI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Menyusun &amp; memverifikasi master checklist 20 komponen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Pelacakan &amp; audit penutupan 16 bug (Zero Defect)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0020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Dika Yoga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Frontend Dashboard 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40280"/>
            <a:ext cx="3090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Membangun dashboard utama T-AIMS (Port 3001)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Menampilkan 6 KPI cards, uptime, &amp; availability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Integrasi client-side apiService.js ke backend port 3000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Modal interaktif detail 16 inventaris perangkat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0020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Ahmad Aziz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UI/UX &amp; Data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240280"/>
            <a:ext cx="3090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Merancang Design System &amp; Wireframe Figma T-AIMS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Komponen visualisasi grafik Chart.js &amp; donat status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Layout antarmuka responsif (Desktop &amp; Mobile)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Desain floorplan &amp; pemetaan lokasi perangkat kantor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3456432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Arik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Automation &amp; Alerting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3090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Mengonfigurasi n8n workflow engine (Port 5678)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Membangun Bot Telegram @taims_alert_arik_bot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Menerapkan algoritma Cooldown buffer 10 menit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Alur otomatisasi deteksi insiden offline &amp; recovery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3886200"/>
            <a:ext cx="3456432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402336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Wafian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DevOps, Server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663440"/>
            <a:ext cx="3090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Orkestrasi Docker Full-Stack 5 services (taims-net)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Daemon latar belakang taims-monitoring.service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Skrip otomatisasi pencadangan &amp; koleksi log server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Remediasi skema database darurat &amp; SSL reverse proxy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3886200"/>
            <a:ext cx="3456432" cy="2240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3" y="402336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Reza Tri</a:t>
            </a:r>
          </a:p>
          <a:p>
            <a:pPr>
              <a:defRPr sz="1000" b="1">
                <a:solidFill>
                  <a:srgbClr val="E11D48"/>
                </a:solidFill>
              </a:defRPr>
            </a:pPr>
            <a:r>
              <a:t>QA, Testing &amp;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663440"/>
            <a:ext cx="309067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• Menyusun 70 Master Test Cases sistem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Eksekusi pengujian koleksi 58 endpoint Postman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Simulasi kegagalan sistem &amp; penemuan defek kritis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Menyusun User Manual, Technical Docs, &amp; 5 Test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DESAIN ARSITEKTUR TERPADU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Arsitektur Sistem &amp; Aliran Data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LAYER 1: PERANGKAT &amp; TELEMETRI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▶ ESP32 Sensor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DHT22 &amp; PZEM mengirim payload JSON via WiFi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Raspberry Pi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Agent heartbeat daemon mengirim status periodik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ICMP Ping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Engine scanner memonitor 9 subnet perangkat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IP CCTV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Kamera fisik (192.168.137.177) mengirim video &amp;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LAYER 2: PROTOKOL &amp; KOMUNIKASI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▶ MQTT Broker (1883)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Eclipse Mosquitto Docker terisolasi di taims-net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Keamanan Broker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allow_anonymous false dengan otentikasi passwd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MQTT Consumer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mqtt-handler.js backend subscriber telemetri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Auto Timestamp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Otomatis set offline_since = NOW() saat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LAYER 3: LOGIKA BISNIS &amp; PENYIMPANAN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▶ Express.js (3000)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Core REST API 11 modul rute (58 Endpoint)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Autentikasi JWT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Bearer token dengan tabel token_blacklist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AI Endpoint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GET /api/ai/recommendation agregasi DB &amp; n8n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MariaDB / MySQL (3306)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8 tabel relasional (taims_db) &amp; 16 inventaris 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LAYER 4: PRESENTASI &amp; OTOMASI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860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▶ Frontend Web (3001)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Dashboard React/HTML5, TailwindCSS, Chart.js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apiService.js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Klien fetch terpusat penanganan token otomatis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n8n Engine (5678)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Workflow otomasi webhook incident alerting</a:t>
            </a:r>
          </a:p>
          <a:p>
            <a:pPr>
              <a:defRPr sz="1050" b="1">
                <a:solidFill>
                  <a:srgbClr val="F8FAFC"/>
                </a:solidFill>
              </a:defRPr>
            </a:pPr>
            <a:r>
              <a:t>▶ Telegram Bot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   @taims_alert_arik_bot dengan cooldown buffer 10m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TIMELINE 12 - 13 OKTOBER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Kronologi Proyek: Hari 1 &amp; 2 (Inisiasi &amp; Integrasi Awal)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Hari ke-1 (12 Okt 2026)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Setup Lingkungan &amp; Fondasi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Penerimaan hasil handover SRS &amp; Arsitektur dari Shift 1 (Damar).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Setup environment lokal pengembang Shift 2 (Node.js, Docker, MySQL).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Import skema awal basis data 7 tabel relasional (taims_db).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Penyusunan wireframe UI awal di Figma oleh Ahmad Aziz.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Hari ke-2 (13 Okt 2026)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Implementasi API v0.7 &amp; UI Binding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Implementasi modul rute REST API Express v0.7 oleh Reza Fahmi.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Konfigurasi Mosquitto MQTT Broker lokal pada port 1883.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Pembuatan library klien terpusat apiService.js oleh Dzakwan.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Dashboard web memuat 9 data aset awal dan bypass CORS berhasil aktif.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PENCAPAIAN FASE 1: Fondasi arsitektur full-stack berhasil ditegakkan dalam 48 jam pertama. Komunikasi antar-komponen (UI -&gt; API -&gt; DB) berjalan mulus di localhost tanpa blocker arsitektur.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TIMELINE 14 - 15 OKTOBER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Kronologi Proyek: Hari 3 &amp; 4 (Hardware &amp; Alerting)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Hari ke-3 (14 Okt 2026)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Uji Integrasi Hardware Fisik Nyata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Pengujian perangkat fisik ESP32 (IP 192.168.1.58): Telemetri suhu DHT22 tersimpan di DB (Log #15-#18).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Pengujian heartbeat Raspberry Pi (192.168.1.55): Log #36-#41 tercatat valid.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Uji coba kamera fisik nyata Head Office (IP 192.168.137.177, MAC 94:F8:27:B4:A8:9E) tersimpan (Log #47).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Identifikasi awal penanganan status offline pada MQTT handler.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709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Hari ke-4 (15 Okt 2026)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Kontainerisasi Docker &amp; Otomasi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709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Migrasi Mosquitto port 1883 &amp; n8n port 5678 ke bridge network Docker taims-net oleh Wafian.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Konfigurasi Bot Telegram @taims_alert_arik_bot oleh Arik dengan Cooldown buffer 10 menit.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Reza Tri mengeksekusi smoke testing 58 endpoint Postman (56 PASS, 2 FAIL teridentifikasi).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</a:defRPr>
            </a:pPr>
            <a:r>
              <a:t>✔  Pencatatan resmi bug awal (BUG-001 s.d BUG-005) ke dalam Bug Tracking Master.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8655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PENCAPAIAN FASE 2: Telemetri perangkat fisik riil berhasil masuk ke database dan dashboard, serta sistem peringatan dini (incident alerting) via Telegram bot resmi beroperasi tanpa spam.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TIMELINE 16 - 17 OKTOBER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Kronologi Proyek: Hari 5 &amp; 6 (Zero Defect &amp; Rilis)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Hari ke-5 (Jumat, 16 Okt 2026)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Daemon Systemd &amp; Audit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90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Aktivasi daemon latar belakang taims-monitoring.service di Linux.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Audit otomatisasi verify_integration.py v1.3 meloloskan 15/15 OK.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Engine monitoring Ananda berhasil memproses 1.196 logs ICMP ping.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Wafian &amp; Faida memperbaiki password hash Bcrypt &amp; kolom created_at.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Hari ke-6 Sesi Dini Hari (17 Okt)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16/16 Zero Defect &amp; Rilis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468880"/>
            <a:ext cx="3090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Commit a06324b: Wafian menuntaskan seluruh 6 sisa bug (Zero Defect).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Tabel token_blacklist aktif; rute /auth/change-password 200 OK.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Reza Tri memvalidasi final smoke test Postman 58/58 Pass (100%).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Dzakwan mengunci Release v1.0.0-gold &amp; menerbitkan Master Handover.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4592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Hari ke-6 Sesi Siang/Sore (17 Okt)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Pembersihan Repo &amp; Standby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468880"/>
            <a:ext cx="30906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Damar memperbarui 5 dokumen analis ke format Markdown (.md).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Reza Tri mengunggah 5 laporan harian ke qa-testing/test_reports/.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Dzakwan commit 5 pembersihan dokumentasi README &amp; hapus file korup.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Wafian menetapkan Kontrak Pengecualian Server Teknolab &amp; logo HD.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VERIFIKASI 100% HIJAU (20/20 SELESAI)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Matriks Checklist Integrasi 20 Komponen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DATA &amp; STORAGE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✔ 01. Skema Database taims_db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Faida / Wafian | 8 tabel relasional, token_blacklist, offline_since aktif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02. Inventaris 16 Perangkat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Faida / Dzakwan | Router, Switch, Server, IoT, CCTV, AP, PC terpetakan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03. Master Seed Data SQL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Faida / Wafian | Password hash bcrypt aman untuk semua role pengguna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04. Backup &amp; Snapshot Bersih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Wafian | Dump bersih taims_db_v1.0_clean.sql siap produksi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BACKEND &amp; REST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488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✔ 05. REST API v0.7 Core (3000)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Reza Fahmi | 58 endpoint teruji 100% PASS di Postman (Reza Tri)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06. Auth JWT &amp; Token Blacklist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Reza Fahmi / Wafian | Middleware proteksi logout &amp; invalidasi token instan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07. MQTT Consumer Service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Reza Fahmi | mqtt-handler.js listening telemetri &amp; heartbeat perangkat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08. AI Recommendation Route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Reza Fahmi | GET /api/ai/recommendation terhubung ke DB &amp; n8n webhook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FRONTEND &amp; UI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1488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✔ 09. Web Dashboard SPA (3001)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Dika Yoga | 11 Halaman antarmuka responsif (Desktop &amp; Mobile)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10. apiService.js Live Binding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Dika Yoga | Konsumsi data real port 3000 dengan token bearer otomatis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11. Design System &amp; Chart.js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Ahmad Aziz | Visualisasi tren ketersediaan &amp; kartu ringkasan KPI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12. Client-Side Auth Shield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Dika Yoga | Proteksi redirect rute jika token tidak valid / belum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645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HARDWARE, NETWORK &amp; 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14884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</a:defRPr>
            </a:pPr>
            <a:r>
              <a:t>✔ 13. Simulator &amp; Fisik ESP32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Ilvina / Dzakwan | Uji telemetri DHT22 fisik IP 192.168.1.58 tersimpan di DB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14. Raspberry Pi Heartbeat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Ilvina / Dzakwan | Agent heartbeat periodik terverifikasi (Log #36-#41)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15. IP CCTV Fisik Head Office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Dzakwan | Kamera fisik IP 192.168.137.177 berhasil logging (Log #47)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16. Network Ping Engine (Ping)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Ananda / Wafian | Memproses 1.196 logs ICMP ping dengan retry logic DCR-01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17. Automation n8n (Port 5678)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Arik / Wafian | Workflow webhook alert &amp; bot Telegram cooldown 10m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18. Docker Multi-Container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Wafian | 5 Service terkontainerisasi dalam bridge network taims-net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19. Daemon Systemd Service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Wafian | taims-monitoring.service aktif &amp; auto-restart saat boot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✔ 20. Health Checker verify.py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   PIC: Dzakwan | Skrip audit v1.3 meloloskan 15/15 pengecekan (100% OK)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AUDIT &amp; REMEDIASI DEFEK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Quality Gate: 16/16 Bug Closed (Zero Defect)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CRITICAL (4 Bug)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Status: 100% Closed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[BUG-002] JWT Token Revocation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Token tidak expired saat logout -&gt; Berhasil diatasi dengan tabel token_blacklist &amp; middleware.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[BUG-010] Frontend Auth Bypass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Akses tanpa login -&gt; Diatasi dengan pengecekan token client-side di index.html.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[BUG-011] Kredensial WiFi Hardcoded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SSID/Password terbuka di ESP32 -&gt; Disanitasi ke config.h.example.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[BUG-014] Password Hash NULL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Seed data user gagal login -&gt; Diperbarui dengan hash Bcrypt valid.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HIGH (6 Bug)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Status: 100%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28600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[BUG-001] Asset Code Empty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Validasi wajib (required &amp; not null) dipasang di rute assets.js.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[BUG-007] Crash GET /users/1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Error penanganan parameter ID user di backend diperbaiki (200 OK).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[BUG-009] Kolom created_at Hilang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ALTER TABLE users ADD COLUMN created_at via commit ad10c59.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[BUG-012] DB Credential Hardcoded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Kredensial monitoring_engine.py diamankan dengan os.getenv().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[BUG-015] Mekanisme Revocation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Terintegrasi penuh pada middleware logout &amp; token blacklist.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[BUG-016] Timestamp offline_since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Otomatis diisi NOW() oleh MQTT handler saat status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45920"/>
            <a:ext cx="30906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MEDIUM &amp; LOW (6 Bug)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Status: 100%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286000"/>
            <a:ext cx="30906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[BUG-003] Ping Timeout Response Time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Engine otomatis set response_time_ms = 0 dan flag unreachable.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[BUG-004] Category Case-Sensitive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Query SQL diperbarui menggunakan LOWER(category) = LOWER(?).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[BUG-005] Pesan Galat Form Aset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Format response API distandarisasi mengembalikan detail array JSON.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[BUG-006] Change Password 404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Endpoint POST /auth/change-password aktif di backend (200 OK).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[BUG-008] Hardcoded Status Online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Solusi: MQTT handler membaca dinamis payload.status || 'online'.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VALIDASI PERANGKAT KERAS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Pengujian Hardware Nyata &amp; Bukti Telemetri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SENSOR ESP32 (FISIK)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IP: 192.168.1.58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Pengujian fisik modul ESP32 dengan sensor suhu/kelembaban DHT22.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Berhasil mengirimkan data telemetri JSON secara real-time via broker Mosquitto.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Data tersimpan permanen di database MariaDB (Log #15 s.d. #18).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Kredensial WiFi telah disanitasi ke template config.h.example.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RASPBERRY PI WORKSTATION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IP: 192.168.1.55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Pengujian heartbeat daemon dari workstation server lokal.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Mengirimkan sinyal detak jantung periodik setiap 15 detik ke backend.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Riwayat heartbeat sukses tersimpan di database (Log #36 s.d. #41).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Pengecekan ambang batas timeout (last_seen) berjalan dinamis.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IP CCTV HEAD OFFICE (FISIK ASLI)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IP: 192.168.137.177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Pengujian kamera CCTV fisik nyata milik Head Office Teknolab.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MAC Address terverifikasi: 94:F8:27:B4:A8:9E.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Status koneksi live monitoring berhasil tersimpan di DB (Log #47).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Port 554 RTSP siap dialirkan ke antarmuka video streaming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NETWORK MONITORING ENGINE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ICMP PING SCANNER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800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Script monitoring_engine.py memindai subnet kantor secara otomatis.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Berhasil menghasilkan dan mencatat 1.196 logs ke dalam database.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Menghitung latency respon perangkat secara akurat dalam milidetik (ms).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✔ Logika retry DCR-01 mencegah false alarm pada gangguan sesaat.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INCIDENT RESPONSE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Otomasi Cerdas: n8n Workflow &amp;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N8N WORKFLOW AUTOMATION (PORT 5678)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Terpasang dalam kontainer Docker taims-n8n di jaringan taims-net.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Workflow 'MQTT T-AIMS OFFLINE': Mendeteksi ketiadaan sinyal heartbeat &amp; mengirim alert.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Workflow 'MQTT T-AIMS RECOVERY': Mendeteksi perangkat normal kembali &amp; mengirim konfirmasi pemulihan.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Bot Resmi Telegram: @taims_alert_arik_bot aktif mengirimkan notifikasi instan ke channel admin.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ALGORITMA ANTI-SPAM (COOLDOWN 10 MENIT)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Menerapkan buffer timer 10 menit saat insiden terjadi.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Jika perangkat mengalami flapping (mati-nyala cepat), bot tidak melakukan spam pesan.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Notifikasi kedua hanya dikirim jika perangkat tetap offline setelah melewati masa cooldown.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2852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28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T-AIMS AI INFRASTRUCTURE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8280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• Backend Endpoint: GET /api/ai/recommendation (Reza Fahmi) mengintegrasikan agregasi data DB ke n8n webhook.</a:t>
            </a:r>
          </a:p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• Menganalisis rasio gangguan dan memberikan rekomendasi preventif bagi tim IT lapangan.</a:t>
            </a:r>
          </a:p>
          <a:p>
            <a:pPr>
              <a:spcAft>
                <a:spcPts val="300"/>
              </a:spcAft>
              <a:defRPr sz="950">
                <a:solidFill>
                  <a:srgbClr val="94A3B8"/>
                </a:solidFill>
              </a:defRPr>
            </a:pPr>
            <a:r>
              <a:t>• Sesuai Spesifikasi Halaman 17 PDF Teknolab: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4828032" cy="2834640"/>
          </a:xfrm>
          <a:prstGeom prst="roundRect">
            <a:avLst/>
          </a:prstGeom>
          <a:solidFill>
            <a:srgbClr val="0A0F1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44622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🤖 TEKNOLAB INFRASTRUCTURE AI DIGEST</a:t>
            </a:r>
          </a:p>
          <a:p>
            <a:pPr>
              <a:defRPr sz="850" b="0">
                <a:solidFill>
                  <a:srgbClr val="F8FAFC"/>
                </a:solidFill>
              </a:defRPr>
            </a:pPr>
            <a:r>
              <a:t>Total Device: 16 | Online: 14 | Offline: 2 | Availability: 87.5%</a:t>
            </a:r>
          </a:p>
          <a:p>
            <a:pPr>
              <a:defRPr sz="850" b="1">
                <a:solidFill>
                  <a:srgbClr val="F59E0B"/>
                </a:solidFill>
              </a:defRPr>
            </a:pPr>
            <a:r>
              <a:t>Status Jaringan: STABIL DENGAN PERINGATAN (WARNING)</a:t>
            </a:r>
          </a:p>
          <a:p>
            <a:pPr>
              <a:defRPr sz="850" b="0">
                <a:solidFill>
                  <a:srgbClr val="F8FAFC"/>
                </a:solidFill>
              </a:defRPr>
            </a:pPr>
          </a:p>
          <a:p>
            <a:pPr>
              <a:defRPr sz="850" b="0">
                <a:solidFill>
                  <a:srgbClr val="F8FAFC"/>
                </a:solidFill>
              </a:defRPr>
            </a:pPr>
            <a:r>
              <a:t>Perangkat dengan gangguan berulang:</a:t>
            </a:r>
          </a:p>
          <a:p>
            <a:pPr>
              <a:defRPr sz="850" b="0">
                <a:solidFill>
                  <a:srgbClr val="E11D48"/>
                </a:solidFill>
              </a:defRPr>
            </a:pPr>
            <a:r>
              <a:t>• ESP32-SRV-LAB (Offline 3x dalam 2 jam terakhir)</a:t>
            </a:r>
          </a:p>
          <a:p>
            <a:pPr>
              <a:defRPr sz="850" b="0">
                <a:solidFill>
                  <a:srgbClr val="F59E0B"/>
                </a:solidFill>
              </a:defRPr>
            </a:pPr>
            <a:r>
              <a:t>• PC-OFFICE-04 (Ping timeout latency &gt; 1500ms)</a:t>
            </a:r>
          </a:p>
          <a:p>
            <a:pPr>
              <a:defRPr sz="850" b="0">
                <a:solidFill>
                  <a:srgbClr val="F8FAFC"/>
                </a:solidFill>
              </a:defRPr>
            </a:pP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💡 AI RECOMMENDATION:</a:t>
            </a:r>
          </a:p>
          <a:p>
            <a:pPr>
              <a:defRPr sz="850" b="0">
                <a:solidFill>
                  <a:srgbClr val="F8FAFC"/>
                </a:solidFill>
              </a:defRPr>
            </a:pPr>
            <a:r>
              <a:t>"Lakukan pengecekan catu daya ESP32-SRV-LAB dan kualitas sinyal Wi-Fi Access Point lantai 2 karena terjadi anomali koneksi berulang."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INFRASTRUKTUR &amp; KEBIJAKAN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Kesiapan DevOps &amp; Kontrak Server Teknolab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KONTRAINERISASI DOCKER FULL-STACK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90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5 Service terorkestrasi: MySQL, Mosquitto, Express API, Frontend Nginx, n8n.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Terisolasi dalam bridge network aman taims-net dengan port forwarding resmi.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Berkas docker-compose.prod.yml teruji stabil untuk deployment server produksi.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Healthcheck container otomatis untuk deteksi dini crash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KEAMANAN SERVER &amp; SERVIS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77440"/>
            <a:ext cx="3090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Konfigurasi Mosquitto: allow_anonymous false dengan otentikasi passwd.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Daemon systemd (taims-monitoring.service) aktif dengan fitur auto-restart saat boot.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Skrip otomatisasi pengumpulan log: devops/logs/collect-log.sh aktif merekam aktivitas server.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Skrip pencadangan otomatis: backup_db.sh untuk retensi data berkala.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463040"/>
            <a:ext cx="3456432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3" y="164592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DOKUMEN KONTRAK DEVOPS DZAKWAN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3" y="2377440"/>
            <a:ext cx="30906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Adendum resmi: DEVOPS_INTEGRATION_CONTRACT_DZAKWAN.md.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Menjelaskan folder devops/nginx/ssl/ sengaja berstatus siaga (.gitkeep) demi mematuhi standar keamanan OWASP.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Sertifikat SSL resmi &amp; .env.production akan langsung diterbitkan secara otomatis begitu pihak PT Teknolab menyerahkan IP publik &amp; nama domain kantor.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✔ Mekanisme Action Trigger dipegang penuh oleh Dzakwan (Lead Integrator).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NEXT ACTION TIM SHIFT 2 (HARI KE-7 DST)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Roadmap Selanjutnya: Hari ke-7 dst Menuju Server &amp; Final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TAHAP 1: AUDIT IP ASLI KANTOR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Jaringan Riil Teknolab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Kolaborasi dengan Ananda (Network) dan Faida (Database).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Membaca DHCP Leases Mikrotik / scanning ARP subnet kantor Teknolab.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Mengganti IP simulasi dengan IP statis perangkat fisik kantor di database taims_db.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Target: Monitoring latency &amp; ketersediaan aset kantor menjadi 100% nyata.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TAHAP 2: SIMULASI KEGAGALAN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Failure Simulation (Hal 17 PDF)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4688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Mematikan simulator / hardware ESP32 -&gt; Validasi status merah di dashboard.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Mematikan broker MQTT -&gt; Validasi trigger notifikasi insiden di bot Telegram.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Menyalakan kembali perangkat -&gt; Validasi pesan recovery &amp; update timestamp.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Mendokumentasikan log pemulihan sistem sebagai bukti kehandalan (resilience).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TAHAP 3: DEPLOYMENT SERVER KANTOR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Staging to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4688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Menerima alokasi IP server &amp; kredensial dari manajemen PT Teknolab.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Wafian mengeksekusi setup_ssl.sh &amp; docker compose prod di server kantor.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Restore master database bersih (taims_db_v1.0_clean.sql).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Verifikasi akses dashboard publik dari workstation staf kantor.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TAHAP 4: FINAL DEMO &amp; SIDANG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Milestone Hari ke-30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4688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Perekaman video demonstrasi alur pemantauan E2E sistem.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Finalisasi User Manual &amp; Technical Documentation bersama Reza Tri.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Uji coba presentasi sidang di hadapan dosen penguji &amp; mentor industri.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• Serah terima resmi seluruh source code &amp; dokumentasi ke PT Teknolab.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PT TEKNOLAB CARAKA INTERNASIONAL  •  T-AIMS SHIFT 2 (PENCAPAIAN HARI KE-1 S.D.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Terima Kasih!</a:t>
            </a:r>
          </a:p>
          <a:p>
            <a:pPr>
              <a:defRPr sz="1500" b="1">
                <a:solidFill>
                  <a:srgbClr val="38BDF8"/>
                </a:solidFill>
              </a:defRPr>
            </a:pPr>
            <a:r>
              <a:t>"Sistem Terintegrasi Penuh, Bebas Cacat, dan Siap Beroperasi untuk Infrastruktur PT Teknolab Caraka Internasional."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9445752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23360"/>
            <a:ext cx="94457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SESI DISKUSI, TANYA JAWAB &amp; MASUKAN PENGUJI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Repositori Proyek: github.com/T-AIMS/T-AIMS (Release v1.0.0-gold)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Shift Lead &amp; Integrator: Dzakwan (Shift 2: 16.00 – 01.00 WIB)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Tim Pengembang: Dzakwan, Dika Yoga, Ahmad Aziz, Arik, Wafian, Reza Tri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